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NumPy: Random Generation &amp; Slicing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Basics to 3D Data Manipulation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Basics: Why NumPy?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lists are great, but...</a:t>
            </a:r>
          </a:p>
          <a:p>
            <a:pPr lvl="1"/>
            <a:r>
              <a:t>NumPy is written in C, making it incredibly fast for large data.</a:t>
            </a:r>
          </a:p>
          <a:p>
            <a:pPr lvl="1"/>
            <a:r>
              <a:t>Uses much less memory than standard lists.</a:t>
            </a:r>
          </a:p>
          <a:p>
            <a:pPr>
              <a:defRPr b="1"/>
            </a:pPr>
            <a:r>
              <a:t>import numpy as np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Generating Random Data (1D)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Simulating a list of 10 student scores:</a:t>
            </a:r>
          </a:p>
          <a:p>
            <a:pPr>
              <a:defRPr b="1"/>
            </a:pPr>
            <a:r>
              <a:t>scores = np.random.randint(1, 50, 10)</a:t>
            </a:r>
          </a:p>
          <a:p>
            <a:pPr lvl="1"/>
            <a:r>
              <a:t>Syntax: np.random.randint(low, high, size)</a:t>
            </a:r>
          </a:p>
          <a:p>
            <a:pPr lvl="1"/>
            <a:r>
              <a:t>Note: The upper bound (50) is exclusive!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Generating Random Data (2D)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Simulating a data table (10 students, 5 subjects):</a:t>
            </a:r>
          </a:p>
          <a:p>
            <a:pPr>
              <a:defRPr b="1"/>
            </a:pPr>
            <a:r>
              <a:t>data_table = np.random.randint(2, 12, (10, 5))</a:t>
            </a:r>
          </a:p>
          <a:p>
            <a:pPr lvl="1"/>
            <a:r>
              <a:t>Size (10, 5) means 10 Rows and 5 Columns.</a:t>
            </a:r>
          </a:p>
          <a:p>
            <a:pPr lvl="1"/>
            <a:r>
              <a:t>Use data_table.shape to verify dimensions.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Basic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1D Indexing:</a:t>
            </a:r>
          </a:p>
          <a:p>
            <a:pPr lvl="1"/>
            <a:r>
              <a:t>scores[0]    # First item</a:t>
            </a:r>
          </a:p>
          <a:p>
            <a:pPr lvl="1"/>
            <a:r>
              <a:t>scores[-1]   # Last item (Negative indexing)</a:t>
            </a:r>
          </a:p>
          <a:p>
            <a:pPr/>
            <a:r>
              <a:t>2D Indexing [row, column]:</a:t>
            </a:r>
          </a:p>
          <a:p>
            <a:pPr lvl="1"/>
            <a:r>
              <a:t>data_table[0, 1]   # 1st row, 2nd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Slicing 1D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Golden Rule: [start : stop : step]</a:t>
            </a:r>
          </a:p>
          <a:p>
            <a:pPr lvl="1"/>
            <a:r>
              <a:t>scores[2:5]   # Index 2 up to 4</a:t>
            </a:r>
          </a:p>
          <a:p>
            <a:pPr lvl="1"/>
            <a:r>
              <a:t>scores[7:]    # Index 7 to the end</a:t>
            </a:r>
          </a:p>
          <a:p>
            <a:pPr lvl="1"/>
            <a:r>
              <a:t>scores[::-1]  # Magic Trick: Reverses the array!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Slicing 2D Arrays (Matrices)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 [row_slice, column_slice]</a:t>
            </a:r>
          </a:p>
          <a:p>
            <a:pPr lvl="1">
              <a:defRPr b="1"/>
            </a:pPr>
            <a:r>
              <a:t>data_table[:, :2]</a:t>
            </a:r>
          </a:p>
          <a:p>
            <a:pPr lvl="2"/>
            <a:r>
              <a:t>All rows, First 2 columns</a:t>
            </a:r>
          </a:p>
          <a:p>
            <a:pPr lvl="1">
              <a:defRPr b="1"/>
            </a:pPr>
            <a:r>
              <a:t>data_table[3:6, 2:]</a:t>
            </a:r>
          </a:p>
          <a:p>
            <a:pPr lvl="2"/>
            <a:r>
              <a:t>Rows 3-5, Columns from index 2 to end</a:t>
            </a:r>
          </a:p>
          <a:p>
            <a:pPr lvl="1">
              <a:defRPr b="1"/>
            </a:pPr>
            <a:r>
              <a:t>data_table[0::2, 2:]</a:t>
            </a:r>
          </a:p>
          <a:p>
            <a:pPr lvl="2"/>
            <a:r>
              <a:t>Every alternate row, Columns from index 2 to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3D Slicing (The Mind Bender)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5 spreadsheets stacked together:</a:t>
            </a:r>
          </a:p>
          <a:p>
            <a:pPr lvl="1">
              <a:defRPr b="1"/>
            </a:pPr>
            <a:r>
              <a:t>cube_data = np.random.randint(2, 50, (5, 10, 5))</a:t>
            </a:r>
          </a:p>
          <a:p>
            <a:pPr/>
            <a:r>
              <a:t>Syntax: [depth, row, column]</a:t>
            </a:r>
          </a:p>
          <a:p>
            <a:pPr lvl="1">
              <a:defRPr b="1"/>
            </a:pPr>
            <a:r>
              <a:t>cube_data[:, 9:, :]</a:t>
            </a:r>
          </a:p>
          <a:p>
            <a:pPr lvl="2"/>
            <a:r>
              <a:t>Extracts the last row from ALL 5 spreadsheets!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